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Insight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Insight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4, Columns: 5.</a:t>
            </a:r>
          </a:p>
          <a:p>
            <a:r>
              <a:t>Found 3 numeric columns.</a:t>
            </a:r>
          </a:p>
          <a:p>
            <a:r>
              <a:t>Impressions: sum=37000.0, mean=9250.0, max=15000.0</a:t>
            </a:r>
          </a:p>
          <a:p>
            <a:r>
              <a:t>Clicks: sum=170.0, mean=42.5, max=70.0</a:t>
            </a:r>
          </a:p>
          <a:p>
            <a:r>
              <a:t>Spend: sum=430.5, mean=107.625, max=200.0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Impressions Over Time</a:t>
            </a:r>
          </a:p>
        </p:txBody>
      </p:sp>
      <p:pic>
        <p:nvPicPr>
          <p:cNvPr id="3" name="Picture 2" descr="test_pdf_impr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Spend by Campaign</a:t>
            </a:r>
          </a:p>
        </p:txBody>
      </p:sp>
      <p:pic>
        <p:nvPicPr>
          <p:cNvPr id="3" name="Picture 2" descr="test_pdf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