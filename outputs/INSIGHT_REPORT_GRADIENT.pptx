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Automated Insight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Date Range: 2025-01-01 to 2025-01-05</a:t>
            </a:r>
          </a:p>
          <a:p>
            <a:r>
              <a:t>Total Impressions: 68000</a:t>
            </a:r>
          </a:p>
          <a:p>
            <a:r>
              <a:t>Total Clicks: 835</a:t>
            </a:r>
          </a:p>
          <a:p>
            <a:r>
              <a:t>Total Spend: $1240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Chart1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Chart2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Chart3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